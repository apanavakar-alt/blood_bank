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3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3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0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4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96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5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9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2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94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6646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45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9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1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63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1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7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Blood Bank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 Abhijit Panavakar</a:t>
            </a:r>
            <a:r>
              <a:rPr lang="en-IN" dirty="0"/>
              <a:t> &amp; Kiran Hirde</a:t>
            </a:r>
            <a:endParaRPr dirty="0"/>
          </a:p>
          <a:p>
            <a:r>
              <a:rPr dirty="0"/>
              <a:t>Technology Used: HTML, CSS</a:t>
            </a:r>
            <a:r>
              <a:rPr lang="en-IN" dirty="0"/>
              <a:t>,JavaScript</a:t>
            </a:r>
          </a:p>
          <a:p>
            <a:r>
              <a:rPr lang="en-IN" dirty="0"/>
              <a:t>Under </a:t>
            </a:r>
            <a:r>
              <a:rPr lang="en-IN"/>
              <a:t>the guidance of : Kranti miss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system to manage blood donors, requests, and stock.</a:t>
            </a:r>
          </a:p>
          <a:p>
            <a:r>
              <a:t>Helps hospitals, donors, and patients quickly.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record keeping</a:t>
            </a:r>
          </a:p>
          <a:p>
            <a:r>
              <a:t>Slow emergency response</a:t>
            </a:r>
          </a:p>
          <a:p>
            <a:r>
              <a:t>Difficulty checking blood availability</a:t>
            </a:r>
          </a:p>
          <a:p>
            <a:r>
              <a:t>Data management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donor information</a:t>
            </a:r>
          </a:p>
          <a:p>
            <a:r>
              <a:t>Handle emergency requests</a:t>
            </a:r>
          </a:p>
          <a:p>
            <a:r>
              <a:t>Maintain blood stock</a:t>
            </a:r>
          </a:p>
          <a:p>
            <a:r>
              <a:t>Quick access to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</a:t>
            </a:r>
          </a:p>
          <a:p>
            <a:r>
              <a:t>Pages: Home, Donor, Request, Stock, Gallery, Contact, Login/Logout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Donor Management</a:t>
            </a:r>
          </a:p>
          <a:p>
            <a:r>
              <a:t>Blood Request Management</a:t>
            </a:r>
          </a:p>
          <a:p>
            <a:r>
              <a:t>Blood Stock Management</a:t>
            </a:r>
          </a:p>
          <a:p>
            <a:r>
              <a:t>Contact &amp;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checking</a:t>
            </a:r>
          </a:p>
          <a:p>
            <a:r>
              <a:t>Easy registration</a:t>
            </a:r>
          </a:p>
          <a:p>
            <a:r>
              <a:t>Reduced paperwork</a:t>
            </a:r>
          </a:p>
          <a:p>
            <a:r>
              <a:t>Time-saving and user-friendly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MySQL database</a:t>
            </a:r>
          </a:p>
          <a:p>
            <a:r>
              <a:t>Admin panel</a:t>
            </a:r>
          </a:p>
          <a:p>
            <a:r>
              <a:t>SMS/Email notifications</a:t>
            </a:r>
          </a:p>
          <a:p>
            <a:r>
              <a:t>Mobile app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blood donation management.</a:t>
            </a:r>
          </a:p>
          <a:p>
            <a:r>
              <a:t>Donate Blood, Save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685" y="2311014"/>
            <a:ext cx="7055380" cy="2388805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5004753"/>
            <a:ext cx="3586984" cy="1243653"/>
          </a:xfrm>
        </p:spPr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152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Blood Bank Management System</vt:lpstr>
      <vt:lpstr>Introduction</vt:lpstr>
      <vt:lpstr>Problem Statement</vt:lpstr>
      <vt:lpstr>Objectives</vt:lpstr>
      <vt:lpstr>Technologies Used</vt:lpstr>
      <vt:lpstr>Modules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abhijit Panavakar</dc:creator>
  <cp:keywords/>
  <dc:description>generated using python-pptx</dc:description>
  <cp:lastModifiedBy>abhijit Panavakar</cp:lastModifiedBy>
  <cp:revision>3</cp:revision>
  <dcterms:created xsi:type="dcterms:W3CDTF">2013-01-27T09:14:16Z</dcterms:created>
  <dcterms:modified xsi:type="dcterms:W3CDTF">2026-04-28T02:50:34Z</dcterms:modified>
  <cp:category/>
</cp:coreProperties>
</file>