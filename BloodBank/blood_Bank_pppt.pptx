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888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594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184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916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345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48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662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008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556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454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616574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1991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958628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0878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4431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803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387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Blood Bank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Presented By: Abhijit Panavakar</a:t>
            </a:r>
            <a:r>
              <a:rPr lang="en-IN" dirty="0"/>
              <a:t> &amp; Kiran </a:t>
            </a:r>
            <a:r>
              <a:rPr lang="en-IN" dirty="0" err="1"/>
              <a:t>Hiarde</a:t>
            </a:r>
            <a:endParaRPr dirty="0"/>
          </a:p>
          <a:p>
            <a:r>
              <a:rPr dirty="0"/>
              <a:t>Technology Used: HTML, CSS</a:t>
            </a:r>
            <a:endParaRPr lang="en-IN" dirty="0"/>
          </a:p>
          <a:p>
            <a:r>
              <a:rPr lang="en-IN" dirty="0"/>
              <a:t>Under the guidance of : Kranti miss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327355"/>
            <a:ext cx="6347714" cy="5201265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2900" dirty="0"/>
              <a:t>Blood is one of the most important requirements in medical emergencies such as accidents, surgeries, childbirth, cancer treatment, and serious diseases.</a:t>
            </a:r>
          </a:p>
          <a:p>
            <a:pPr marL="0" indent="0">
              <a:buNone/>
            </a:pPr>
            <a:r>
              <a:rPr lang="en-US" sz="2900" dirty="0"/>
              <a:t>Many times patients face difficulty in finding the required blood group quickly.</a:t>
            </a:r>
          </a:p>
          <a:p>
            <a:pPr marL="0" indent="0">
              <a:buNone/>
            </a:pPr>
            <a:r>
              <a:rPr lang="en-US" sz="2900" dirty="0"/>
              <a:t>Traditional blood banks often use manual </a:t>
            </a:r>
            <a:r>
              <a:rPr lang="en-US" sz="500" dirty="0"/>
              <a:t>systems</a:t>
            </a:r>
            <a:r>
              <a:rPr lang="en-US" sz="2900" dirty="0"/>
              <a:t> which create problems like:</a:t>
            </a:r>
          </a:p>
          <a:p>
            <a:r>
              <a:rPr lang="en-US" sz="2900" dirty="0"/>
              <a:t>Delay in finding blood</a:t>
            </a:r>
          </a:p>
          <a:p>
            <a:r>
              <a:rPr lang="en-US" sz="2900" dirty="0"/>
              <a:t>Poor donor record management</a:t>
            </a:r>
          </a:p>
          <a:p>
            <a:r>
              <a:rPr lang="en-US" sz="2900" dirty="0"/>
              <a:t>Difficulty in emergency response</a:t>
            </a:r>
          </a:p>
          <a:p>
            <a:r>
              <a:rPr lang="en-US" sz="2900" dirty="0"/>
              <a:t>Human errors in maintaining records</a:t>
            </a:r>
          </a:p>
          <a:p>
            <a:pPr marL="0" indent="0">
              <a:buNone/>
            </a:pPr>
            <a:r>
              <a:rPr lang="en-US" sz="2900" dirty="0"/>
              <a:t>To solve these issues, we developed a </a:t>
            </a:r>
            <a:r>
              <a:rPr lang="en-US" sz="2900" b="1" dirty="0"/>
              <a:t>Blood Bank Management System</a:t>
            </a:r>
            <a:r>
              <a:rPr lang="en-US" sz="2900" dirty="0"/>
              <a:t>.</a:t>
            </a:r>
          </a:p>
          <a:p>
            <a:r>
              <a:rPr lang="en-US" sz="2900" dirty="0"/>
              <a:t>This system provides:</a:t>
            </a:r>
          </a:p>
          <a:p>
            <a:r>
              <a:rPr lang="en-US" sz="2900" dirty="0"/>
              <a:t>Easy donor registration</a:t>
            </a:r>
          </a:p>
          <a:p>
            <a:r>
              <a:rPr lang="en-US" sz="2900" dirty="0"/>
              <a:t>Fast blood request service</a:t>
            </a:r>
          </a:p>
          <a:p>
            <a:r>
              <a:rPr lang="en-US" sz="2900" dirty="0"/>
              <a:t>Blood stock checking</a:t>
            </a:r>
          </a:p>
          <a:p>
            <a:r>
              <a:rPr lang="en-US" sz="2900" dirty="0"/>
              <a:t>Better communication between donor and receiver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28932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200" dirty="0"/>
              <a:t>In many hospitals and blood banks, blood records are still managed manually using paper registers.</a:t>
            </a:r>
          </a:p>
          <a:p>
            <a:pPr marL="0" indent="0">
              <a:buNone/>
            </a:pPr>
            <a:r>
              <a:rPr lang="en-US" sz="2200" dirty="0"/>
              <a:t>This creates several problems: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dirty="0"/>
              <a:t>Problems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400" dirty="0"/>
              <a:t>Slow emergency response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400" dirty="0"/>
              <a:t>Difficulty in checking available blood groups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400" dirty="0"/>
              <a:t>Donor information is hard to manage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400" dirty="0"/>
              <a:t>Large amount of paperwork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400" dirty="0"/>
              <a:t>Higher chances of data loss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400" dirty="0"/>
              <a:t>Time-consuming blood request process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400" dirty="0"/>
              <a:t>Lack of proper communication between donor and patient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386348"/>
            <a:ext cx="6347714" cy="4655015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b="1" dirty="0"/>
              <a:t>1</a:t>
            </a:r>
            <a:r>
              <a:rPr lang="en-US" sz="2900" b="1" dirty="0"/>
              <a:t>. Donor Management</a:t>
            </a:r>
          </a:p>
          <a:p>
            <a:r>
              <a:rPr lang="en-US" sz="2900" dirty="0"/>
              <a:t>To register blood donors and store their details properly.</a:t>
            </a:r>
          </a:p>
          <a:p>
            <a:endParaRPr lang="en-US" sz="2900" dirty="0"/>
          </a:p>
          <a:p>
            <a:pPr marL="0" indent="0">
              <a:buNone/>
            </a:pPr>
            <a:r>
              <a:rPr lang="en-US" sz="2900" b="1" dirty="0"/>
              <a:t>2. Blood Request Handling</a:t>
            </a:r>
          </a:p>
          <a:p>
            <a:r>
              <a:rPr lang="en-US" sz="2900" dirty="0"/>
              <a:t>To allow patients or hospitals to request blood quickly during emergencies.</a:t>
            </a:r>
          </a:p>
          <a:p>
            <a:endParaRPr lang="en-US" sz="2900" dirty="0"/>
          </a:p>
          <a:p>
            <a:pPr marL="0" indent="0">
              <a:buNone/>
            </a:pPr>
            <a:r>
              <a:rPr lang="en-US" sz="2900" b="1" dirty="0"/>
              <a:t>3. Blood Stock Management</a:t>
            </a:r>
          </a:p>
          <a:p>
            <a:r>
              <a:rPr lang="en-US" sz="2900" dirty="0"/>
              <a:t>To maintain and display available blood groups like A+, B+, O-, AB+, etc.</a:t>
            </a:r>
          </a:p>
          <a:p>
            <a:endParaRPr lang="en-US" sz="2900" dirty="0"/>
          </a:p>
          <a:p>
            <a:pPr marL="0" indent="0">
              <a:buNone/>
            </a:pPr>
            <a:r>
              <a:rPr lang="en-US" sz="2900" b="1" dirty="0"/>
              <a:t>4. Easy Communication</a:t>
            </a:r>
          </a:p>
          <a:p>
            <a:r>
              <a:rPr lang="en-US" sz="2900" dirty="0"/>
              <a:t>To provide contact details and improve communication between users and blood bank.</a:t>
            </a:r>
          </a:p>
          <a:p>
            <a:endParaRPr lang="en-US" sz="2900" dirty="0"/>
          </a:p>
          <a:p>
            <a:pPr marL="0" indent="0">
              <a:buNone/>
            </a:pPr>
            <a:r>
              <a:rPr lang="en-US" sz="2900" b="1" dirty="0"/>
              <a:t>5. User-Friendly Interface</a:t>
            </a:r>
          </a:p>
          <a:p>
            <a:r>
              <a:rPr lang="en-US" sz="2900" dirty="0"/>
              <a:t>To create a simple and attractive system that anyone can use easily.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HTML, CSS</a:t>
            </a:r>
          </a:p>
          <a:p>
            <a:r>
              <a:t>Pages: Home, Donor, Request, Stock, Gallery, Contact, Login/Logout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Donor Management</a:t>
            </a:r>
          </a:p>
          <a:p>
            <a:r>
              <a:rPr dirty="0"/>
              <a:t>Blood Request Management</a:t>
            </a:r>
          </a:p>
          <a:p>
            <a:r>
              <a:rPr dirty="0"/>
              <a:t>Blood Stock Management</a:t>
            </a:r>
          </a:p>
          <a:p>
            <a:r>
              <a:rPr dirty="0"/>
              <a:t>Contact &amp; Communication</a:t>
            </a:r>
            <a:endParaRPr lang="en-IN" dirty="0"/>
          </a:p>
          <a:p>
            <a:r>
              <a:rPr lang="en-IN" dirty="0"/>
              <a:t>Login / Logout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 checking</a:t>
            </a:r>
          </a:p>
          <a:p>
            <a:r>
              <a:t>Easy registration</a:t>
            </a:r>
          </a:p>
          <a:p>
            <a:r>
              <a:t>Reduced paperwork</a:t>
            </a:r>
          </a:p>
          <a:p>
            <a:r>
              <a:t>Time-saving and user-friendly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MySQL database</a:t>
            </a:r>
          </a:p>
          <a:p>
            <a:r>
              <a:t>Admin panel</a:t>
            </a:r>
          </a:p>
          <a:p>
            <a:r>
              <a:t>SMS/Email notifications</a:t>
            </a:r>
          </a:p>
          <a:p>
            <a:r>
              <a:t>Mobile app version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2400" dirty="0"/>
              <a:t>The Blood Bank Management System is a very useful and socially important project.</a:t>
            </a:r>
          </a:p>
          <a:p>
            <a:r>
              <a:rPr lang="en-US" sz="2400" dirty="0"/>
              <a:t>It helps hospitals, patients, and blood donors by making blood management simple, fast, and effective.</a:t>
            </a:r>
          </a:p>
          <a:p>
            <a:r>
              <a:rPr lang="en-US" sz="2400" dirty="0"/>
              <a:t>This project reduces delays in emergencies and improves blood donation services.</a:t>
            </a:r>
          </a:p>
          <a:p>
            <a:r>
              <a:rPr lang="en-US" sz="2400" dirty="0"/>
              <a:t>Most importantly:</a:t>
            </a:r>
          </a:p>
          <a:p>
            <a:r>
              <a:rPr lang="en-US" sz="2400" b="1" dirty="0"/>
              <a:t>“Every drop of blood can save a life.”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25</TotalTime>
  <Words>404</Words>
  <Application>Microsoft Office PowerPoint</Application>
  <PresentationFormat>On-screen Show (4:3)</PresentationFormat>
  <Paragraphs>72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Courier New</vt:lpstr>
      <vt:lpstr>Trebuchet MS</vt:lpstr>
      <vt:lpstr>Wingdings 3</vt:lpstr>
      <vt:lpstr>Facet</vt:lpstr>
      <vt:lpstr>Blood Bank Management System</vt:lpstr>
      <vt:lpstr>Introduction</vt:lpstr>
      <vt:lpstr>Problem Statement</vt:lpstr>
      <vt:lpstr>Objectives</vt:lpstr>
      <vt:lpstr>Technologies Used</vt:lpstr>
      <vt:lpstr>Modules</vt:lpstr>
      <vt:lpstr>Advantages</vt:lpstr>
      <vt:lpstr>Future Scope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abhijit Panavakar</dc:creator>
  <cp:keywords/>
  <dc:description>generated using python-pptx</dc:description>
  <cp:lastModifiedBy>abhijit Panavakar</cp:lastModifiedBy>
  <cp:revision>7</cp:revision>
  <dcterms:created xsi:type="dcterms:W3CDTF">2013-01-27T09:14:16Z</dcterms:created>
  <dcterms:modified xsi:type="dcterms:W3CDTF">2026-04-28T02:59:40Z</dcterms:modified>
  <cp:category/>
</cp:coreProperties>
</file>